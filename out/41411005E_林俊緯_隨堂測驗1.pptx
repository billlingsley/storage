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1" r:id="rId12"/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9389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3600" b="1">
                <a:solidFill>
                  <a:srgbClr val="21295C"/>
                </a:solidFill>
                <a:latin typeface="Cambria"/>
              </a:rPr>
              <a:t>1151科學教育與傳播的未來： AI理論與實踐</a:t>
            </a:r>
          </a:p>
          <a:p>
            <a:pPr algn="ctr">
              <a:spcAft>
                <a:spcPts val="1200"/>
              </a:spcAft>
            </a:pPr>
            <a:r>
              <a:rPr sz="2800" b="0">
                <a:solidFill>
                  <a:srgbClr val="1B2430"/>
                </a:solidFill>
                <a:latin typeface="Calibri"/>
              </a:rPr>
              <a:t>隨堂測驗1 instruction in class exam</a:t>
            </a:r>
          </a:p>
          <a:p>
            <a:pPr algn="ctr">
              <a:spcAft>
                <a:spcPts val="1200"/>
              </a:spcAft>
            </a:pPr>
            <a:r>
              <a:rPr sz="2400" b="0">
                <a:solidFill>
                  <a:srgbClr val="1B2430"/>
                </a:solidFill>
                <a:latin typeface="Calibri"/>
              </a:rPr>
              <a:t>學號：41411005E</a:t>
            </a:r>
          </a:p>
          <a:p>
            <a:pPr algn="ctr">
              <a:spcAft>
                <a:spcPts val="1200"/>
              </a:spcAft>
            </a:pPr>
            <a:r>
              <a:rPr sz="2400" b="0">
                <a:solidFill>
                  <a:srgbClr val="1B2430"/>
                </a:solidFill>
                <a:latin typeface="Calibri"/>
              </a:rPr>
              <a:t>姓名：林俊緯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卡片標題字體大小統一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探究式學習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Inquiry-Based Learning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探討學生科學探究歷程與學習成效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03320" y="16916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7033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發展個人化、適性化的智慧學習環境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629400" y="16916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6294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氣候變遷教育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Education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關注氣候素養與永續行動的教育設計</a:t>
            </a:r>
            <a:endParaRPr lang="en-US" sz="10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文字框限於卡片寬度、數字與標題間距一致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691640" y="16916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6916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
發展個人化、適性化的智慧學習環境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178040" y="16916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1780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
發展個人化、適性化的智慧學習環境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486400"/>
            <a:ext cx="8001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兩張卡片：文字框邊界 = 卡片邊界  ✓</a:t>
            </a:r>
            <a:endParaRPr lang="en-US" sz="900" dirty="0"/>
          </a:p>
        </p:txBody>
      </p:sp>
      <p:sp>
        <p:nvSpPr>
          <p:cNvPr id="24" name="TextBox 23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卡片數字圓圈垂直基線對齊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探究式學習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Inquiry-Based Learning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探討學生科學探究歷程與學習成效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03320" y="16916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7033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發展個人化、適性化的智慧學習環境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629400" y="16916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6294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氣候變遷教育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Education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關注氣候素養與永續行動的教育設計</a:t>
            </a:r>
            <a:endParaRPr lang="en-US" sz="10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標題與描述文字間距適中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探究式學習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Inquiry-Based Learning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探討學生科學探究歷程與學習成效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03320" y="16916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70332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發展個人化、適性化的智慧學習環境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371600"/>
            <a:ext cx="2514600" cy="3931920"/>
          </a:xfrm>
          <a:prstGeom prst="roundRect">
            <a:avLst>
              <a:gd name="adj" fmla="val 2909"/>
            </a:avLst>
          </a:prstGeom>
          <a:solidFill>
            <a:srgbClr val="F4F8FA"/>
          </a:solidFill>
          <a:ln w="6350">
            <a:solidFill>
              <a:srgbClr val="D0DDE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629400" y="1691640"/>
            <a:ext cx="594360" cy="59436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629400" y="16916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氣候變遷教育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3832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Education</a:t>
            </a:r>
            <a:endParaRPr lang="en-US" sz="1000" dirty="0"/>
          </a:p>
          <a:p>
            <a:pPr marL="0" indent="0">
              <a:buNone/>
            </a:pPr>
            <a:r>
              <a:rPr lang="en-US" sz="18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關注氣候素養與永續行動的教育設計</a:t>
            </a:r>
            <a:endParaRPr lang="en-US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前景色與背景色高對比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463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探究式學習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Inquiry-Based Learning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51960" y="1005840"/>
            <a:ext cx="3474720" cy="2011680"/>
          </a:xfrm>
          <a:prstGeom prst="rect">
            <a:avLst/>
          </a:prstGeom>
          <a:solidFill>
            <a:srgbClr val="21295C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34840" y="1463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氣候變遷教育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Education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46720" y="1005840"/>
            <a:ext cx="3474720" cy="2011680"/>
          </a:xfrm>
          <a:prstGeom prst="rect">
            <a:avLst/>
          </a:prstGeom>
          <a:solidFill>
            <a:srgbClr val="EAF4FB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0" y="1463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AI輔助適性學習系統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System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3832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高對比文字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Contrast Text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51960" y="3383280"/>
            <a:ext cx="3474720" cy="2011680"/>
          </a:xfrm>
          <a:prstGeom prst="rect">
            <a:avLst/>
          </a:prstGeom>
          <a:solidFill>
            <a:srgbClr val="F4F8FA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434840" y="38404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探究式學習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Inquiry-Based Learning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046720" y="3383280"/>
            <a:ext cx="3474720" cy="2011680"/>
          </a:xfrm>
          <a:prstGeom prst="rect">
            <a:avLst/>
          </a:prstGeom>
          <a:solidFill>
            <a:srgbClr val="21295C"/>
          </a:solidFill>
          <a:ln w="12700">
            <a:solidFill>
              <a:srgbClr val="2E7D3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229600" y="38404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氣候變遷教育</a:t>
            </a:r>
            <a:endParaRPr lang="en-US" sz="1600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Change Education</a:t>
            </a:r>
            <a:endParaRPr lang="en-US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0911840" y="6263640"/>
            <a:ext cx="914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>
                <a:solidFill>
                  <a:srgbClr val="5A6B7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118</Words>
  <Application>Microsoft Office PowerPoint</Application>
  <PresentationFormat>Widescreen</PresentationFormat>
  <Paragraphs>56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John</cp:lastModifiedBy>
  <cp:revision>5</cp:revision>
  <dcterms:created xsi:type="dcterms:W3CDTF">2026-09-23T09:40:22Z</dcterms:created>
  <dcterms:modified xsi:type="dcterms:W3CDTF">2026-09-23T10:57:28Z</dcterms:modified>
</cp:coreProperties>
</file>