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12"/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389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1 — 卡片標題字體大小不一致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6350">
            <a:solidFill>
              <a:srgbClr val="D0DD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探究式學習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832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Inquiry-Based Learning</a:t>
            </a:r>
            <a:endParaRPr lang="en-US" sz="1000" dirty="0"/>
          </a:p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探討學生科學探究歷程與學習成效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6350">
            <a:solidFill>
              <a:srgbClr val="D0DDE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703320" y="16916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7033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514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AI輔助適性學習系統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3832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System</a:t>
            </a:r>
            <a:endParaRPr lang="en-US" sz="1000" dirty="0"/>
          </a:p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發展個人化、適性化的智慧學習環境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6350">
            <a:solidFill>
              <a:srgbClr val="D0DDE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629400" y="169164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6294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514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氣候變遷教育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3832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Education</a:t>
            </a:r>
            <a:endParaRPr lang="en-US" sz="1000" dirty="0"/>
          </a:p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關注氣候素養與永續行動的教育設計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11840" y="626364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1F1F1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2 — 文字框超出卡片寬度 ＆ 數字與標題間距過大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6350">
            <a:solidFill>
              <a:srgbClr val="D0DD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91640" y="12344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6916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AI輔助適性學習系統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834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System
發展個人化、適性化的智慧學習環境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9144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178040" y="12344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1780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AI輔助適性學習系統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834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System
發展個人化、適性化的智慧學習環境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5577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文字框邊界 = 卡片邊界  ✓</a:t>
            </a:r>
            <a:endParaRPr lang="en-US" sz="900" dirty="0"/>
          </a:p>
        </p:txBody>
      </p:sp>
      <p:sp>
        <p:nvSpPr>
          <p:cNvPr id="24" name="TextBox 23"/>
          <p:cNvSpPr txBox="1"/>
          <p:nvPr/>
        </p:nvSpPr>
        <p:spPr>
          <a:xfrm>
            <a:off x="10911840" y="626364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1F1F1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3 — 卡片數字圓圈垂直基線不一致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6350">
            <a:solidFill>
              <a:srgbClr val="D0DD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探究式學習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6350">
            <a:solidFill>
              <a:srgbClr val="D0DDE5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70332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70332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788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AI輔助適性學習系統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6350">
            <a:solidFill>
              <a:srgbClr val="D0DDE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6294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788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氣候變遷教育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11840" y="626364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1F1F1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4 — 標題與描述文字之間空白過大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14600" cy="438912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6350">
            <a:solidFill>
              <a:srgbClr val="D0DD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探究式學習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Inquiry-Based Learning</a:t>
            </a:r>
            <a:endParaRPr lang="en-US" sz="1000" dirty="0"/>
          </a:p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探討學生科學探究歷程與學習成效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1097280"/>
            <a:ext cx="2514600" cy="438912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6350">
            <a:solidFill>
              <a:srgbClr val="D0DD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794760" y="141732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79476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240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氣候變遷教育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926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Education</a:t>
            </a:r>
            <a:endParaRPr lang="en-US" sz="1000" dirty="0"/>
          </a:p>
          <a:p>
            <a:pPr marL="0" indent="0">
              <a:buNone/>
            </a:pPr>
            <a:r>
              <a:rPr lang="en-US" sz="1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關注氣候素養與永續行動的教育設計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10911840" y="626364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1F1F1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5 — 前景色與背景色過於接近（低對比）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探究式學習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Inquiry-Based Learning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1960" y="1005840"/>
            <a:ext cx="3474720" cy="2011680"/>
          </a:xfrm>
          <a:prstGeom prst="rect">
            <a:avLst/>
          </a:prstGeom>
          <a:solidFill>
            <a:srgbClr val="21295C"/>
          </a:solidFill>
          <a:ln w="25400">
            <a:solidFill>
              <a:srgbClr val="E53935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434840" y="1463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氣候變遷教育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Education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005840"/>
            <a:ext cx="3474720" cy="2011680"/>
          </a:xfrm>
          <a:prstGeom prst="rect">
            <a:avLst/>
          </a:prstGeom>
          <a:solidFill>
            <a:srgbClr val="EAF4FB"/>
          </a:solidFill>
          <a:ln w="25400">
            <a:solidFill>
              <a:srgbClr val="E53935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0" y="1463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AI輔助適性學習系統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System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隱形文字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Text (白字白底)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1960" y="3383280"/>
            <a:ext cx="3474720" cy="2011680"/>
          </a:xfrm>
          <a:prstGeom prst="rect">
            <a:avLst/>
          </a:prstGeom>
          <a:solidFill>
            <a:srgbClr val="F4F8FA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434840" y="3840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探究式學習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Inquiry-Based Learning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46720" y="3383280"/>
            <a:ext cx="3474720" cy="2011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229600" y="3840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氣候變遷教育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Education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10911840" y="626364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1F1F1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3600" b="1">
                <a:solidFill>
                  <a:srgbClr val="1F1F1F"/>
                </a:solidFill>
              </a:rPr>
              <a:t>1151科學教育與傳播的未來： AI理論與實踐</a:t>
            </a:r>
          </a:p>
          <a:p>
            <a:pPr algn="ctr">
              <a:spcAft>
                <a:spcPts val="1200"/>
              </a:spcAft>
            </a:pPr>
            <a:r>
              <a:rPr sz="2800" b="0">
                <a:solidFill>
                  <a:srgbClr val="1F1F1F"/>
                </a:solidFill>
              </a:rPr>
              <a:t>隨堂測驗1 instruction in class exam</a:t>
            </a:r>
          </a:p>
          <a:p>
            <a:pPr algn="ctr">
              <a:spcAft>
                <a:spcPts val="1200"/>
              </a:spcAft>
            </a:pPr>
            <a:r>
              <a:rPr sz="2400" b="0">
                <a:solidFill>
                  <a:srgbClr val="1F1F1F"/>
                </a:solidFill>
              </a:rPr>
              <a:t>學號：41411005E</a:t>
            </a:r>
          </a:p>
          <a:p>
            <a:pPr algn="ctr">
              <a:spcAft>
                <a:spcPts val="1200"/>
              </a:spcAft>
            </a:pPr>
            <a:r>
              <a:rPr sz="2400" b="0">
                <a:solidFill>
                  <a:srgbClr val="1F1F1F"/>
                </a:solidFill>
              </a:rPr>
              <a:t>姓名：林俊緯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26364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1F1F1F"/>
                </a:solidFill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118</Words>
  <Application>Microsoft Office PowerPoint</Application>
  <PresentationFormat>Widescreen</PresentationFormat>
  <Paragraphs>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</cp:lastModifiedBy>
  <cp:revision>5</cp:revision>
  <dcterms:created xsi:type="dcterms:W3CDTF">2026-09-23T09:40:22Z</dcterms:created>
  <dcterms:modified xsi:type="dcterms:W3CDTF">2026-09-23T10:57:28Z</dcterms:modified>
</cp:coreProperties>
</file>